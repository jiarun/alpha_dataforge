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📊 Data Processing Pipeline</a:t>
            </a:r>
          </a:p>
          <a:p>
            <a:pPr algn="ctr">
              <a:defRPr sz="2200">
                <a:solidFill>
                  <a:srgbClr val="BAC2DE"/>
                </a:solidFill>
              </a:defRPr>
            </a:pPr>
            <a:r>
              <a:t>Hackathon Project — Interactive ML Data Conditioning Platform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89B4FA"/>
                </a:solidFill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</a:defRPr>
            </a:pPr>
            <a:r>
              <a:t>• Data scientists spend 80% of time on data preparation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</a:defRPr>
            </a:pPr>
            <a:r>
              <a:t>• No single tool covers the full preprocessing catalog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</a:defRPr>
            </a:pPr>
            <a:r>
              <a:t>• Operations are scattered across notebooks — not reproducible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</a:defRPr>
            </a:pPr>
            <a:r>
              <a:t>• Teams repeat the same cleaning steps project after project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</a:defRPr>
            </a:pPr>
            <a:r>
              <a:t>💡 We built an interactive, all-in-one data conditioning app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89B4FA"/>
                </a:solidFill>
              </a:defRPr>
            </a:pPr>
            <a:r>
              <a:t>Our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</a:defRPr>
            </a:pPr>
            <a:r>
              <a:t>• Streamlit-based web app — zero setup for end users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</a:defRPr>
            </a:pPr>
            <a:r>
              <a:t>• Upload any CSV/Excel/TSV → instant analysis &amp; processing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</a:defRPr>
            </a:pPr>
            <a:r>
              <a:t>• 14 processing categories, 64+ operations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</a:defRPr>
            </a:pPr>
            <a:r>
              <a:t>• Stateful pipeline — chain operations, preview results live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</a:defRPr>
            </a:pPr>
            <a:r>
              <a:t>• One-click download of processed dataset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</a:defRPr>
            </a:pPr>
            <a:r>
              <a:t>• Reset to original at any point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89B4FA"/>
                </a:solidFill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</a:defRPr>
            </a:pPr>
            <a:r>
              <a:t>📁 app.py — Streamlit UI (tabs: Overview, Stats, Viz, Filter, Process)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</a:defRPr>
            </a:pPr>
            <a:r>
              <a:t>📁 processing.py — Modular processing engine (64 functions)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</a:defRPr>
            </a:pPr>
            <a:r>
              <a:t>📁 sample_data.csv — Demo dataset with edge cases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</a:defRPr>
            </a:pPr>
            <a:r>
              <a:t>📁 test_processing.py — 64 automated tests (all passing ✅)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</a:defRPr>
            </a:pPr>
            <a:r>
              <a:t>Tech Stack: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</a:defRPr>
            </a:pPr>
            <a:r>
              <a:t>   • Python 3.14 + Streamlit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</a:defRPr>
            </a:pPr>
            <a:r>
              <a:t>   • pandas, numpy, scipy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</a:defRPr>
            </a:pPr>
            <a:r>
              <a:t>   • scikit-learn, imbalanced-learn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</a:defRPr>
            </a:pPr>
            <a:r>
              <a:t>   • Plotly for interactive visualizations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89B4FA"/>
                </a:solidFill>
              </a:defRPr>
            </a:pPr>
            <a:r>
              <a:t>14 Processing Categories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1. Data Quality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   Missing values, duplicates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2. Numeric Cleaning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   Type conversion, precision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3. Outlier Processing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   Z-score, IQR, Isolation Forest, LOF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4. Distribution Conditioning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   Log, Sqrt, Box-Cox, Yeo-Johnson, Quantile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5. Feature Scaling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   Standard, MinMax, Robust, MaxAbs, UnitVec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6. Categorical Processing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   Label, One-Hot, frequency analysis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7. Text Processing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   Lowercase, whitespace, punctuation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37160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8. Datetime Processing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   Parse, extract year/month/day/weekday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9. Feature Engineering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   Ratios, interactions, polynomial, binning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10. Time-Series Features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   Lag, lead, rolling, EWM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11. Statistical Analysis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   Correlation, t-test, ANOVA, chi-square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12. Feature Selection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   Variance, MI, Tree importance, RFE, LASSO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13. Dimensionality Reduction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   PCA, Kernel PCA, ICA, FA, t-SNE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14. Target Conditioning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   SMOTE, ADASYN, over/under-sampling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89B4FA"/>
                </a:solidFill>
              </a:defRPr>
            </a:pPr>
            <a:r>
              <a:t>Key Features — Demo Highlights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</a:defRPr>
            </a:pPr>
            <a:r>
              <a:t>🔄 Stateful Processing Pipeline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</a:defRPr>
            </a:pPr>
            <a:r>
              <a:t>   → Each operation updates the working dataset in session state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</a:defRPr>
            </a:pPr>
            <a:r>
              <a:t>📊 Live Preview &amp; Download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</a:defRPr>
            </a:pPr>
            <a:r>
              <a:t>   → See processed data instantly, export CSV anytime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</a:defRPr>
            </a:pPr>
            <a:r>
              <a:t>🧪 64 Automated Tests — All Passing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</a:defRPr>
            </a:pPr>
            <a:r>
              <a:t>   → Validates every function with edge cases (NaN, outliers, duplicates)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</a:defRPr>
            </a:pPr>
            <a:r>
              <a:t>🛡️ Robust Error Handling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</a:defRPr>
            </a:pPr>
            <a:r>
              <a:t>   → Auto-adjusts SMOTE k_neighbors, handles NaN in sklearn transforms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89B4FA"/>
                </a:solidFill>
              </a:defRPr>
            </a:pPr>
            <a:r>
              <a:t>How to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</a:defRPr>
            </a:pPr>
            <a:r>
              <a:t>$ cd alpha_Hackathon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</a:defRPr>
            </a:pPr>
            <a:r>
              <a:t>$ python3 -m venv venv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</a:defRPr>
            </a:pPr>
            <a:r>
              <a:t>$ source venv/bin/activate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</a:defRPr>
            </a:pPr>
            <a:r>
              <a:t>$ pip install -r requirements.txt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</a:defRPr>
            </a:pPr>
            <a:r>
              <a:t>$ streamlit run app.py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</a:defRPr>
            </a:pPr>
            <a:r>
              <a:t>Then upload sample_data.csv (or any dataset) to start processing!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89B4FA"/>
                </a:solidFill>
              </a:defRPr>
            </a:pPr>
            <a:r>
              <a:t>Future Enhancements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</a:defRPr>
            </a:pPr>
            <a:r>
              <a:t>• Pipeline export — save &amp; replay processing steps as JSON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</a:defRPr>
            </a:pPr>
            <a:r>
              <a:t>• AutoML integration — auto-suggest preprocessing per column type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</a:defRPr>
            </a:pPr>
            <a:r>
              <a:t>• UMAP &amp; Autoencoder for dimensionality reduction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</a:defRPr>
            </a:pPr>
            <a:r>
              <a:t>• NLP: stopword removal, TF-IDF, embeddings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</a:defRPr>
            </a:pPr>
            <a:r>
              <a:t>• Data drift monitoring (Evidently integration)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</a:defRPr>
            </a:pPr>
            <a:r>
              <a:t>• Multi-user collaboration &amp; dataset versioning (DVC)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Thank You! 🎉</a:t>
            </a:r>
          </a:p>
          <a:p>
            <a:pPr algn="ctr">
              <a:defRPr sz="2200">
                <a:solidFill>
                  <a:srgbClr val="BAC2DE"/>
                </a:solidFill>
              </a:defRPr>
            </a:pPr>
            <a:r>
              <a:t>64 operations • 14 categories • 1 app</a:t>
            </a:r>
            <a:br/>
            <a:br/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