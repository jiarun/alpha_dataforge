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📊 Data Processing Pipeline</a:t>
            </a:r>
          </a:p>
          <a:p>
            <a:pPr algn="ctr">
              <a:defRPr sz="2200">
                <a:solidFill>
                  <a:srgbClr val="BAC2DE"/>
                </a:solidFill>
              </a:defRPr>
            </a:pPr>
            <a:r>
              <a:t>Hackathon Project — Interactive ML Data Conditioning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Data scientists spend 80% of time on data preparation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No single tool covers the full preprocessing catalog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Operations are scattered across notebooks — not reproducible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Teams repeat the same cleaning steps project after project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💡 We built an interactive, all-in-one data conditioning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Streamlit-based web app — zero setup for end users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Upload any CSV/Excel/TSV → instant analysis &amp; processing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14 processing categories, 64+ operations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Stateful pipeline — chain operations, preview results live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One-click download of processed dataset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Reset to original at any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📁 app.py — Streamlit UI (tabs: Overview, Stats, Viz, Filter, Process)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📁 processing.py — Modular processing engine (64 functions)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📁 sample_data.csv — Demo dataset with edge cases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📁 test_processing.py — 64 automated tests (all passing ✅)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Tech Stack: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• Python 3.14 + Streamlit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• pandas, numpy, scipy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• scikit-learn, imbalanced-learn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• Plotly for interactive visualizations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14 Processing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1. Data Quality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Missing values, duplicates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2. Numeric Cleaning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Type conversion, precision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3. Outlier Processing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Z-score, IQR, Isolation Forest, LOF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4. Distribution Conditioning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Log, Sqrt, Box-Cox, Yeo-Johnson, Quantile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5. Feature Scaling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Standard, MinMax, Robust, MaxAbs, UnitVec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6. Categorical Processing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Label, One-Hot, frequency analysis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7. Text Processing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Lowercase, whitespace, punctuation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8. Datetime Processing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Parse, extract year/month/day/weekday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9. Feature Engineering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Ratios, interactions, polynomial, binning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10. Time-Series Features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Lag, lead, rolling, EWM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11. Statistical Analysis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Correlation, t-test, ANOVA, chi-square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12. Feature Selection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Variance, MI, Tree importance, RFE, LASSO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13. Dimensionality Reduction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PCA, Kernel PCA, ICA, FA, t-SNE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14. Target Conditioning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SMOTE, ADASYN, over/under-sampling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Key Features — Demo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🔄 Stateful Processing Pipeline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→ Each operation updates the working dataset in session state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📊 Data Quality Score (0-100)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→ Completeness, Uniqueness, Consistency, Validity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→ Color-coded: 🟢 ≥80  🟡 ≥60  🔴 &lt;60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📈 Before/After Compare Tab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→ Side-by-side distribution plots, stats delta, quality score change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🕐 Operation History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→ Every action logged, full audit trail, reset anytime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Key Features —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📊 Live Preview &amp; Download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→ See processed data instantly, export CSV anytime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🧪 64 Automated Tests — All Passing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→ Validates every function with edge cases (NaN, outliers, duplicates)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🛡️ Robust Error Handling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→ Auto-adjusts SMOTE k_neighbors, handles NaN in sklearn transforms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🐳 Docker Support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→ One command: docker compose up --build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How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$ cd alpha_Hackathon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$ python3 -m venv venv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$ source venv/bin/activate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$ pip install -r requirements.txt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$ streamlit run app.py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Then upload sample_data.csv (or any dataset) to start processing!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Pipeline export — save &amp; replay processing steps as JSON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AutoML integration — auto-suggest preprocessing per column type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UMAP &amp; Autoencoder for dimensionality reduction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NLP: stopword removal, TF-IDF, embeddings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Data drift monitoring (Evidently integration)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Multi-user collaboration &amp; dataset versioning (DVC)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 🎉</a:t>
            </a:r>
          </a:p>
          <a:p>
            <a:pPr algn="ctr">
              <a:defRPr sz="2200">
                <a:solidFill>
                  <a:srgbClr val="BAC2DE"/>
                </a:solidFill>
              </a:defRPr>
            </a:pPr>
            <a:r>
              <a:t>64 operations • 14 categories • 1 app</a:t>
            </a:r>
            <a:br/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